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B10E3-66C0-9A52-E523-954E1C588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2316C2-4814-0FA8-44EA-59EC5D115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961DC3-0413-A45D-266D-F1AFED19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7459-9597-4A57-911D-37B1CE363026}" type="datetimeFigureOut">
              <a:rPr lang="es-EC" smtClean="0"/>
              <a:t>23/1/2026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26B72C-E30F-00CE-E9D5-6F85F5532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86E5D6-D3D9-E6D6-1633-3514F6EFC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83D3-D0CA-4A13-A730-3F9FA91AB6B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84472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465A8-DFA6-D0A0-02D6-FE029E53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5830D5-6F50-FF6A-6FF5-BB9595F27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1672BD-CAB7-AE94-19C1-83CC0BE89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7459-9597-4A57-911D-37B1CE363026}" type="datetimeFigureOut">
              <a:rPr lang="es-EC" smtClean="0"/>
              <a:t>23/1/2026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519EFC-E42C-ECA2-98AD-300214A5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989950-1E3F-95F5-CE7A-C69D58E71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83D3-D0CA-4A13-A730-3F9FA91AB6B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76439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8741F-4BED-3080-7983-892353A11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D30CCF-9AC6-505A-914C-65CC8FF5F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596E83-38EB-5F39-6BF3-8F65ECF3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7459-9597-4A57-911D-37B1CE363026}" type="datetimeFigureOut">
              <a:rPr lang="es-EC" smtClean="0"/>
              <a:t>23/1/2026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C53519-AB67-9C2A-0E3B-3CDF7526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EF7A31-0951-863F-0ABF-412B48DD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83D3-D0CA-4A13-A730-3F9FA91AB6B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0024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ECAD4-E053-207D-0FAC-DC8E7202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81DFAD-3D0F-8C80-4A90-993AE932E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C65DBD-5C9E-7A1A-E80D-CA6EB5AA9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55AB54-18C2-FD57-CEAD-D46A2FE30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7459-9597-4A57-911D-37B1CE363026}" type="datetimeFigureOut">
              <a:rPr lang="es-EC" smtClean="0"/>
              <a:t>23/1/2026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218AE1-B931-9BC1-5359-1FE753775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F37DB1-18F2-D4C3-F121-04466F7A6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83D3-D0CA-4A13-A730-3F9FA91AB6B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5703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8F35E-680C-F916-CC2C-402FE5660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B6FAAB-20C2-628E-45D0-90D85A4A9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EE07B0-7C93-57D1-A8B3-D5852C455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0C7190-5262-ED76-6B26-841472EB6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753A12E-0124-727B-7DF9-242706C4E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0AFEC8-DD05-E4B2-8807-570195476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7459-9597-4A57-911D-37B1CE363026}" type="datetimeFigureOut">
              <a:rPr lang="es-EC" smtClean="0"/>
              <a:t>23/1/2026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D27963B-CE11-4DB1-8697-037D72148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EFCD5AB-2A56-DF7C-14C5-F88F6594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83D3-D0CA-4A13-A730-3F9FA91AB6B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4059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C8E3F7-03F1-925B-BECA-6AD465E7F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CC6E9AF-71F0-7F34-E657-AEC0800B5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7459-9597-4A57-911D-37B1CE363026}" type="datetimeFigureOut">
              <a:rPr lang="es-EC" smtClean="0"/>
              <a:t>23/1/2026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5840271-2964-3074-ADF3-8873C313D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455688-E927-2145-B5C7-964241C6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83D3-D0CA-4A13-A730-3F9FA91AB6B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40956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C1566CB-9247-9F0B-CC2F-93753D95F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7459-9597-4A57-911D-37B1CE363026}" type="datetimeFigureOut">
              <a:rPr lang="es-EC" smtClean="0"/>
              <a:t>23/1/2026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0E6C185-131C-B8A7-84B7-8A9CFEEA7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247EDC-B438-3B2D-E600-FE21EB8A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83D3-D0CA-4A13-A730-3F9FA91AB6B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94974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CFB262-6EC7-3142-2EB4-010920031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336322-13C7-F2C4-6131-4A31C47C6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B06FB6-B907-6DC6-3250-36DB701A6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8A54E4-13B8-847E-E3EE-28E474FB4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7459-9597-4A57-911D-37B1CE363026}" type="datetimeFigureOut">
              <a:rPr lang="es-EC" smtClean="0"/>
              <a:t>23/1/2026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C52174-9357-7F0B-5E0C-0B3EFB86A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F126F8-E56C-C134-30AD-08B28AE24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83D3-D0CA-4A13-A730-3F9FA91AB6B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37339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B55485-E66B-C570-91D1-6097C8B4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EEEA57F-5C25-F383-7AE9-6653DBE79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2ED462-E753-D7BB-A269-C0DD5128D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FF3581-E735-5142-0C84-3367D32A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7459-9597-4A57-911D-37B1CE363026}" type="datetimeFigureOut">
              <a:rPr lang="es-EC" smtClean="0"/>
              <a:t>23/1/2026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9C64AD-7AEA-BBE6-8C67-B0CBA05D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1B1BFB-C5AA-95AB-89C6-C34ACB64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83D3-D0CA-4A13-A730-3F9FA91AB6B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52355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D62FF-50D2-AB45-C062-2A6FF5603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70F205-A5A2-4988-232C-B183090DC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604312-83AB-85C3-94C6-ED6DB108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7459-9597-4A57-911D-37B1CE363026}" type="datetimeFigureOut">
              <a:rPr lang="es-EC" smtClean="0"/>
              <a:t>23/1/2026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3C921B-ED8A-39AC-DD1B-D5AC2D9AE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8C4E7F-F589-A0D8-10FA-BD4CF125F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83D3-D0CA-4A13-A730-3F9FA91AB6B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60351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7EDD1A-9380-4524-741A-A5456454D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AB83840-6DB2-1A24-4D77-65B6A4F25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95725B-937D-68FE-DEE8-784D1F794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7459-9597-4A57-911D-37B1CE363026}" type="datetimeFigureOut">
              <a:rPr lang="es-EC" smtClean="0"/>
              <a:t>23/1/2026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614BA3-524C-FFBA-B187-A3422280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B59161-49B0-BDA7-D2E5-5ED7BA56D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83D3-D0CA-4A13-A730-3F9FA91AB6B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15813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0C99252-F984-78EF-E846-C686262F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DF6E14-134C-4D94-E76B-0EFC82445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E99FE9-B0CC-9813-926A-13B951F5A5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D7459-9597-4A57-911D-37B1CE363026}" type="datetimeFigureOut">
              <a:rPr lang="es-EC" smtClean="0"/>
              <a:t>23/1/2026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AFAAEC-1C94-035B-1BAE-E58A951BF2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552FCF-EE98-75B2-C689-5A1C43322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E83D3-D0CA-4A13-A730-3F9FA91AB6B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61120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7F5F9-38C1-4F4E-1FAE-C68709F1A5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8F3D71-E009-003D-9D79-DA4EF9B5BE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4797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59C2BF61-93D5-4C8B-6BB6-B0C600B77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932" y="557262"/>
            <a:ext cx="11364135" cy="539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62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FD4F014-40EF-77F7-1A94-B5E5083FD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6248" y="463992"/>
            <a:ext cx="9721855" cy="593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532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Stalin Bonilla</dc:creator>
  <cp:lastModifiedBy>Stalin Bonilla</cp:lastModifiedBy>
  <cp:revision>1</cp:revision>
  <dcterms:created xsi:type="dcterms:W3CDTF">2026-01-23T16:21:45Z</dcterms:created>
  <dcterms:modified xsi:type="dcterms:W3CDTF">2026-01-23T16:37:50Z</dcterms:modified>
</cp:coreProperties>
</file>